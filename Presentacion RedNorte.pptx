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PARCIAL N°1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Arquitectura de Microservicios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G: Servicio Público de Salud RedNorte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Fullstack III (DSY1106)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Alexis Jacob Jimenes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Dominique Cofre  |  Marco Parra  |  Héctor Peña  |  Luis Inostroza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abril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Contexto: Servicio Público de Salud RedNorte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Institución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salud pública en la zona norte del país: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Hospital de alta complejidad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Hospitales comunitarios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Centros de atención primaria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+2.800 funcionarios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acceso oportuno, equitativo y de calidad a la atención de salud.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salud moderna y eficiente que utilice tecnología para reducir tiempos de espera.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actuales: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independientes por centro, gestión manual con planillas, sin integración entre hospitales ni centros primarios.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023360" cy="640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Actores Clave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92040" y="1508760"/>
            <a:ext cx="3749040" cy="6858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27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Ricardo Fuentes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764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del Servicio — Mejorar transparencia y eficiencia en listas de espera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331720"/>
            <a:ext cx="37490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3500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Dra. Carolina Méndez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587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Subdirectora Médica — Herramientas analíticas para planificar capacidad médica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154680"/>
            <a:ext cx="3749040" cy="6858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72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Matías Rojas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4107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Transformación Digital — Soluciones digitales para optimizar asignación de citas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977640"/>
            <a:ext cx="37490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995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Administrativo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233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actual manual con planillas, necesitan automatización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Problema: RedNorte en Cifras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espera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especialidades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12-18%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canceladas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reasignar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005840"/>
            <a:ext cx="19202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12280" y="1828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sin info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 estado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Necesidades críticas identificadas: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registros con priorización estandarizada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reasignación de cupos cancelados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transparencia para pacientes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en tiempo real para toma de decisiones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sistemas hospitalarios, primarios y ministeriales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Encuesta interna RedNorte (2025); Registros históricos de listas de espera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de Arquitectura Seleccionados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60020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188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Hexagonal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9601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2103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lógica de negocio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infraestructura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05840"/>
            <a:ext cx="1600200" cy="6400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188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Method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31720" y="1965960"/>
            <a:ext cx="9601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103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Abstrae datos y crea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atención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1005840"/>
            <a:ext cx="1600200" cy="64008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1188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(Kafka)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1965960"/>
            <a:ext cx="9601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2103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asíncrona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microservicios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005840"/>
            <a:ext cx="160020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188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965960"/>
            <a:ext cx="9601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2103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sistemas legados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005840"/>
            <a:ext cx="1600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1005840"/>
            <a:ext cx="1600200" cy="640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18872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BFF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1965960"/>
            <a:ext cx="9601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1031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 único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adaptación frontend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patrón resuelve un problema específico del caso.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selección prioriza desacoplamiento, resiliencia y escalabilidad.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Gamma et al. (1994); Richardson (2018); Nygard (2007)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Combinan los Patrones: Flujo de Reasignación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concreto: Un paciente cancela su cita de cirugía. ¿Cómo interactúan los patrones?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2468880" cy="54864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20040" cy="32004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Lista de Espera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Repository + Factory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puerto de entrada recibe la cancelación. Factory identifica tipo CIRUGÍA. Repository actualiza el estado en PostgreSQL.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1783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71600"/>
            <a:ext cx="24688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463040"/>
            <a:ext cx="320040" cy="32004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Reasignación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828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(Kafka)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Circuit Breaker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evento CupoLiberado en Kafka. Circuit Breaker protege si el sistema del hospital no responde (abre tras 5 fallos).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1783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371600"/>
            <a:ext cx="269748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463040"/>
            <a:ext cx="320040" cy="320040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1444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Notificaciones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(Consumidor)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Hexagonal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evento CupoLiberado. Envía SMS/email al paciente elegible. Adaptador de notificación intercambiable.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3017520"/>
            <a:ext cx="4572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0" y="3017520"/>
            <a:ext cx="4572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Shape 27"/>
          <p:cNvSpPr/>
          <p:nvPr/>
        </p:nvSpPr>
        <p:spPr>
          <a:xfrm>
            <a:off x="2377440" y="3108960"/>
            <a:ext cx="320040" cy="3200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23774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 + BFF + Frontend React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6888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recibe notificación, entra al portal (React via BFF), confirma el cupo. API Gateway valida JWT y rutea. Todo el flujo en &lt;30 segundos vs días del proceso manual.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258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</a:rPr>
              <a:t>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2519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</a:rPr>
              <a:t>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694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</a:rPr>
              <a:t>↓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patrones trabajan en conjunto: Hexagonal aisla la lógica, Factory crea tipos, Event-Driven comunica, Circuit Breaker protege, Gateway+BFF expone.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Richardson (2018); Gamma et al. (1994); Nygard (2007)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Patrones: Justificación y Ejemplos Aplicados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Hexagonal → Adaptadores intercambiables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ministerio exige migrar de PostgreSQL a otro motor, solo se cambia el adaptador de persistencia sin tocar la lógica de priorización clínica.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Method → Tipos de atención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WaitlistItemFactory.create("CIRUGÍA") genera objeto con validaciones específicas (exámenes, anestesiología); create("CONSULTA") genera con reglas FIFO.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 → Reasignación en tiempo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cancelarse una cita, el MS Reasignación publica evento CupoLiberado en Kafka; el MS Notificaciones envía SMS al siguiente paciente (2h para confirmar).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7764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Circuit Breaker → Resiliencia ante sistemas legados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del hospital no responde, tras 5 fallos el circuito se abre, devuelve respuesta degradada y reintenta cada 30 segundos.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Arquitectura de Microservicios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TypeScript + Vite  |  Portal Pacientes + Panel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7764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(Spring Cloud Gateway)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7764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4173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(Node.js + Express)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EVENTOS — Apache Kafka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1920240" cy="54864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Lista de Espera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Factory Method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2423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2423160"/>
            <a:ext cx="192024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Reasignación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423160"/>
            <a:ext cx="192024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2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Notificaciones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Kafka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242316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2423160"/>
            <a:ext cx="1920240" cy="54864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F3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Monitoreo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834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INTEGRACIÓN — Adaptadores Hexagonales + HL7/FHIR + APIs REST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1920240" cy="5486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Alta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4160520"/>
            <a:ext cx="1920240" cy="5486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Comunitarios (3)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160520"/>
            <a:ext cx="1920240" cy="5486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Atención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Primaria (12)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4160520"/>
            <a:ext cx="1920240" cy="5486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4160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Ministeriales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containerizados con Docker y orquestados en Kubernetes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731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0" y="7315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eficiencia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46304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91440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17 + Spring Boot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914400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14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JPA, Cloud Gateway, Resilience4j. Reduce ~40% tiempo de desarrollo.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14630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4813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1481328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TypeScript + Vite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481328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481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con actualizaciones en tiempo real del estado de lista de espera.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048256"/>
            <a:ext cx="146304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0482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2048256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20482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(DB per Service)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2048256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2048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total + Flyway para migraciones versionadas.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15184"/>
            <a:ext cx="1463040" cy="4572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151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2615184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103120" y="2615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2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2615184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26151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CupoLiberado notifica en &lt;30s vs horas del proceso manual.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182112"/>
            <a:ext cx="1463040" cy="45720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821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0" y="3182112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103120" y="3182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F3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+ Kubernetes (HPA)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97680" y="3182112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3182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automático: 2→6 réplicas en horarios pico, &lt;200ms respuesta.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1463040" cy="4572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11680" y="374904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10312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3749040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+ JaCoCo (80% cobertura mín). Cero regresión en prod.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315968"/>
            <a:ext cx="146304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11680" y="4315968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103120" y="4315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 + Grafana + ELK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4315968"/>
            <a:ext cx="438912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9" name="Text 47"/>
          <p:cNvSpPr/>
          <p:nvPr/>
        </p:nvSpPr>
        <p:spPr>
          <a:xfrm>
            <a:off x="4389120" y="4315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en tiempo real para Dra. Méndez. Logs centralizados.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10972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Autenticación y Autorización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JWT con Keycloak. RBAC: médicos, administrativos, pacientes, admins. Tokens con expiración 15min + refresh rotativo.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10972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31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Comunicaciones Seguras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1.3 (externo) + mTLS entre microservicios (interno). Secretos en Kubernetes Secrets cifrados en etcd.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Auditoría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inmutable de cada acción crítica: modificación de prioridad, reasignación, acceso a fichas. Retención 5 años en Elasticsearch.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Privacidad y Consideraciones Éticas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19.628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la Vida Privada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20.584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y Deberes de los Pacientes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 en reposo + TLS 1.3 en tránsito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mínimo privilegio por microservicio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 vía portal web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Consideraciones Éticas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estandarizada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médicos uniformes y auditables, eliminando discrecionalidad e inequidad.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algorítmica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y pesos documentados, auditables por autoridad sanitaria.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sesgo discriminatorio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 en acceso a salud, alineado con valores de RedNorte.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Floridi et al. (2018). AI4People — An Ethical Framework for a Good AI Society.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Escalabilidad: Crecimiento y Adaptación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64008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Escalado Horizontal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(Kubernetes HPA)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37160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horario pico (lunes 8-10 AM), el MS Reasignación escala de 2 a 6 réplicas automáticamente, manteniendo &lt;200ms de respuesta. Si se agregan nuevas especialidades, se escala sin rediseño.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97480" cy="640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097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per Service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(PostgreSQL)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691640"/>
            <a:ext cx="137160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tiene su propia instancia. Si el MS Lista de Espera crece de 42.000 a 100.000 registros, solo se escala su base de datos sin afectar Reasignación ni Notificaciones.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60120"/>
            <a:ext cx="2697480" cy="6400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97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2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 como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52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Central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137160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7830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maneja millones de eventos/seg. Si se incorporan 5 nuevos centros de salud, solo se añaden productores al tópico existente. Sin cambio arquitectónico.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29000"/>
            <a:ext cx="82296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Escenario de crecimiento concreto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hospital + 3 comunitarios + 12 centros primarios = 42.000 pacientes en espera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ministerio replica la solución en otra región (3 hospitales + 20 centros), solo se agregan instancias de cada MS en Kubernetes y productores Kafka. La arquitectura no cambia, solo escala horizontalmente.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Sostenibilidad a Largo Plazo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16459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Hexagonal: cambiar PostgreSQL por otro motor sin tocar lógica de priorización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independientes: actualizar MS Notificaciones sin afectar Lista de Espera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auto-documenta APIs, reduce deuda técnica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con 80% cobertura previene regresión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Operativa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1508760"/>
            <a:ext cx="16459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escala si la población crece o se suman centros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24/7 con Prometheus detecta problemas antes que los usuarios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blue-green: cero downtime en actualizaciones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puede crecer: cada MS lo mantiene un squad distinto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14400"/>
            <a:ext cx="2743200" cy="6400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1508760"/>
            <a:ext cx="1645920" cy="18288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6459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automático: servidores solo activos cuando se necesitan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planillas impresas y formularios físicos de citas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visitas presenciales innecesarias (portal web)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huella de carbono por optimización de recursos cloud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de la Sostenibilidad en el Entorno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(Sin el sistema)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con planillas impresas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viajan al hospital solo para preguntar su estado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sobredimensionados 24/7 sin importar demanda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 de registros entre centros = trabajo doble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médicas perdidas por cancelaciones no reasignadas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no puede crecer si se suman centros de salud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(Con el sistema)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papel: todo digital, portal web + notificaciones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consultan desde su celular, sin desplazarse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escala solo cuando hay demanda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único centralizado, sin duplicidad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Reasignación automática en &lt;30s, cero horas perdidas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horizontalmente a nuevas regiones sin rediseño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sostenibilidad no es solo técnica: reduce impacto ambiental, mejora calidad de vida de pacientes y optimiza recursos públicos a largo plazo.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Ética y Técnica del Diseño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integra responsabilidad ética con excelencia técnica en cada componente: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Técnica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Ética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Lista de Espera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(Factory Method)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Priorización automática por tipo de atención. Elimina procesamiento manual.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Criterios uniformes y auditables. Elimina favoritismos. Equidad en acceso a salud.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Reasignación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(Event-Driven)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 cupos en &lt;30s. Circuit Breaker previene fallos en cascada.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Ningún paciente pierde oportunidad por fallas técnicas. Igualdad de oportunidades.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Pacientes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(React + BFF)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reactiva con actualizaciones en tiempo real. BFF optimiza consumo.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Transparencia: pacientes informados de su estado. Derecho a la información (Ley 20.584).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(Keycloak + TLS)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+ JWT + RBAC + mTLS. Cifrado AES-256. Auditoría inmutable.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Privacidad: Ley 19.628 cumplida. Derechos ARCO. Mínimo privilegio por servicio.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(Grafana)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en tiempo real. Alertas automáticas. Decisión basada en datos.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Rendición de cuentas: métricas públicas verifican gestión responsable de recursos.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de diseño considera tanto la eficacia técnica como el impacto en los pacientes y la responsabilidad pública.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Cumplimiento de Requerimientos Funcionales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cumple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integrado 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de espera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Lista de Espera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 42.000 registros;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priorización estandarizada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Reasignación automática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citas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Reasignación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+ Circuit Breaker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 cupos en &lt;30s;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tolerante a fallos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de información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pacientes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BFF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 sin info ahora consulta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línea; reduce llamadas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Paneles de monitoreo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en tiempo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espera y disponibilidad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hospitalarios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Adaptadores Hex.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HL7/FHIR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progresiva;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estándares de salud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Estrategia de Mitigación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73152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Complejidad operacional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Kubernetes + múltiples MS requieren experiencia DevOps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75B6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840480" cy="1143000"/>
          </a:xfrm>
          <a:prstGeom prst="rect">
            <a:avLst/>
          </a:prstGeom>
          <a:solidFill>
            <a:srgbClr val="EAF2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73152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0515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por fases: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MS Lista + Portal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Reasignación + Notif.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Integraciones externas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86000"/>
            <a:ext cx="73152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con legados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hospitalarios pueden no tener APIs disponibles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75B6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3840480" cy="1143000"/>
          </a:xfrm>
          <a:prstGeom prst="rect">
            <a:avLst/>
          </a:prstGeom>
          <a:solidFill>
            <a:srgbClr val="EAF2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286000"/>
            <a:ext cx="73152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3774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hexagonales con conectores transitorios (CSV, protocolos propietarios) mientras se implementan interfaces estándar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11880"/>
            <a:ext cx="73152" cy="11430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Resistencia al cambio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administrativo trabaja con planillas hace años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75B6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3840480" cy="1143000"/>
          </a:xfrm>
          <a:prstGeom prst="rect">
            <a:avLst/>
          </a:prstGeom>
          <a:solidFill>
            <a:srgbClr val="EAF2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611880"/>
            <a:ext cx="73152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7033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progresiva + interfaz intuitiva con apoyo del Jefe de Transformación Digital (Matías Rojas)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005840"/>
            <a:ext cx="18288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propuesto es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coherente, escalable y éticamente responsable.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patrón y herramienta se vincula directamente con un problema específico de RedNorte: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+ Factory 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estandarizada y sistemas intercambiables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+ Kafka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2670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Reasignación de cupos en &lt;30 segundos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0540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ante caídas de sistemas legados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438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BFF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4381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438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para el 72% sin información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822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38221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822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 bajo demanda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con Ley 19.628 y Ley 20.584  |  Sostenibilidad técnica, operativa y ambiental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G: Servicio Público de Salud RedNorte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Dominique Cofre  |  Marco Parra  |  Héctor Peña  |  Luis Inostroza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RedNorte - Evaluación Parcial 1</dc:title>
  <dc:subject>PptxGenJS Presentation</dc:subject>
  <dc:creator>Equipo RedNorte</dc:creator>
  <cp:lastModifiedBy>Equipo RedNorte</cp:lastModifiedBy>
  <cp:revision>1</cp:revision>
  <dcterms:created xsi:type="dcterms:W3CDTF">2026-04-07T16:34:32Z</dcterms:created>
  <dcterms:modified xsi:type="dcterms:W3CDTF">2026-04-07T16:34:32Z</dcterms:modified>
</cp:coreProperties>
</file>